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3" r:id="rId4"/>
    <p:sldId id="259" r:id="rId5"/>
    <p:sldId id="267" r:id="rId6"/>
    <p:sldId id="266" r:id="rId7"/>
    <p:sldId id="265" r:id="rId8"/>
    <p:sldId id="260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AA7F-CE65-5AD2-6D0F-3D64BF9AE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2D0A2-19A3-B586-1E27-2C85D12FE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D890-1205-B110-B98A-A8117BD8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8DF0D-3678-9447-57EA-0ACFCA69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D6616-F0CC-D2C1-27F7-14CF51C9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955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ED45-49A6-E541-7AE5-CA71D1C99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3A793-DCB5-E099-7DCE-B8A79144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01788-0977-C7B2-E738-604FAEB5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C3756-A5C2-351B-50E9-9A8CB198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DE37E-610E-A4D9-DE3A-A5D1C7D0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7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FB54-6CF6-7F46-C840-E6458ADB9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62D4F-21D5-43D0-8559-971BFCC4B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980CA-CEAC-BE7A-880E-51A416AC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C162-7E36-C548-65E8-164FF09E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E627-6A7D-4A70-9AEF-8EEE4855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46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E4C6-04B8-3810-6431-1C02F35E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8123-3BC4-10E3-DEE5-0C0D52FB9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5F840-D5A6-4322-D567-6F15B96DA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9E9DA-C4AC-ED24-2175-81780519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6DA57-A639-9128-AD48-6384649C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045CB-3FC1-7D3E-715B-BA528B56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2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070A-6B2D-23E3-07AC-8E30A8B0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E3407-618F-72B3-776F-014EF936E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CC62E-4D73-836B-501D-F73ABBF5D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655B7-A6B4-50F3-06F1-B050D974F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BCE83-A721-0F19-69FB-13E682400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0EC71-C506-F174-A268-C3D8FDA78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4D064-AC7C-EF92-1FD1-6AED6861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2D6361-2DB5-5791-3005-1E710A0A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27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A187-F0B5-AC9A-8FD3-7904E85D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BC2C8-8762-14B2-3E29-DB3BD19A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45661-8475-6198-6FA2-DB53D768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F48AC-AA47-AFF1-99F8-A638F694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30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F9A5F-B7A5-C963-141C-1CEEF36C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9972D-E833-331F-2BBC-49CE0961F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F9D72-E0BB-B583-6A75-749275F8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75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6BEC-C683-29CD-D362-F9896031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B7000-B8C7-BBDF-50C7-D1BE0C579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5977E-9B10-64B2-A510-628A8537F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33009-7DA9-B1FE-5CC2-AB1A9F1C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066E5-B6D9-D540-F607-34420C78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30FD2-7188-9DA5-A223-C8F83BCE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96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DF45-5E5E-329C-1D87-F769828A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235CD-4DBB-5DB8-9534-E18F481C2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EC243-57C4-21F4-5371-93026C775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B2BC8-604E-9057-E0A6-6744069AB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B0133-6BBD-4F60-1746-AB67F1801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BBC67-C616-1382-2FFA-4B79B32C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4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0731-89E4-0E98-845E-569FA3C6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D71D-6A9B-182D-9FDB-82968DB5E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7F78-C022-44F6-558B-3DCB1B1A7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7900-9439-6BEF-398B-5B3E32EA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7C7D2-EA69-B812-A1C0-3AF7C075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74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38948-A950-742D-F2E7-7234D2E18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9A2CF-68EC-8E58-05DC-80FDDE77F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B905-7B08-2A60-1EA4-6C0F16D2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2E2CF-7C7D-B8AD-B7FA-B8AB11BF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A435A-31B4-4DB0-C48D-46F8632F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89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E6BD6-CC05-F733-722B-4A84AF1F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D4F03-0798-4165-EF62-35BAA624D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474FE-EE05-25DB-B1EB-6179AFBFC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124E0-E787-44D9-9C6C-37792DCC8FE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6420D-91AB-F361-57A8-15827F476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9CCDC-A5E8-EA3B-3F24-1C5E689BE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84162-9623-4C1B-8C25-AF77BCDB8CC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66942-C30F-CC06-136E-5D5D43089EEA}"/>
              </a:ext>
            </a:extLst>
          </p:cNvPr>
          <p:cNvSpPr txBox="1"/>
          <p:nvPr userDrawn="1"/>
        </p:nvSpPr>
        <p:spPr>
          <a:xfrm rot="20211042">
            <a:off x="3315854" y="2105561"/>
            <a:ext cx="535016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>
                <a:solidFill>
                  <a:schemeClr val="bg1">
                    <a:lumMod val="95000"/>
                  </a:schemeClr>
                </a:solidFill>
              </a:rPr>
              <a:t>NSRIT</a:t>
            </a:r>
            <a:endParaRPr lang="en-IN" sz="16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7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EDF6-199C-FC57-1C19-CAD27DAC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26AD-FBDB-2092-67F9-0F966CB6E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9E70D-156C-3F7F-8700-2D2D6D19A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A877CAEF-00DA-4EFD-7725-8E76FCD04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71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6F3A-4552-2D9A-A6F8-97D19A03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F28D-A4FD-ED71-DE09-FFA2C90C8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CE8B8-D455-5EA0-3FA5-65E3EC1F1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E0AA4AA3-7EAD-4CA0-9D8B-4A4E79BBE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44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B1ED-3352-6228-CDF8-DFC44B8F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0F5F-8242-4AF0-BB0D-AB5BD9819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EB9E2-8624-0043-481C-CCC6ACE80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077F3D80-626A-325E-D955-42C39EE67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21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A739-4957-E519-CAE0-2B4CBEC1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E226-F2E1-6755-F4E7-DBAFD95F1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EA67B-2346-FB40-29CE-702FCD2CC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3318A152-B128-1DAB-9603-2695C7FCA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79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1B592-4771-42BD-E962-7F866232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A41ED-EA68-CCE9-814F-7A27F58CA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0B22-2D05-7EEC-0445-88A1076162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8B31E-944B-6DA2-D55C-12BB3BC10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EAE18-208E-AF62-227A-DC59DC545C7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312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B833-5BFA-C177-DB73-C5EF8295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3288-C4CA-CE6B-A931-76B7DE7B9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8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5D3B3-89F4-25A2-BE81-A253812B1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CA59-25ED-C6CB-D1C8-77F50C7F1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C5793-49AC-291C-78E5-DC6DB4DD0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D833C816-A2C8-AD09-A944-3ECCAAF8D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9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32255-FDC4-56D0-C36F-4A7135E4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4834-D75F-6BF5-6983-99E8D5E8AE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8A85D-79CF-89B8-F778-5D65BFC99A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B673611F-1885-F181-A8E2-91DE90EB4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10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FA3D-D031-B391-A3AF-3B5748CB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70D7-E2B1-3A54-EF74-A5B192C41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65B-ACAE-4977-EAEB-449F1EBDF9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90323BF8-3AFB-38F4-B4B8-16D70F8FD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274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C70C-DDDA-3372-0E48-458C8BFE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45B3-048E-8833-0685-EFCE2A4B0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1703B-5920-76A4-9C19-27E2BE694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NSRIT - NSRIT added a new photo — at NSRIT.">
            <a:extLst>
              <a:ext uri="{FF2B5EF4-FFF2-40B4-BE49-F238E27FC236}">
                <a16:creationId xmlns:a16="http://schemas.microsoft.com/office/drawing/2014/main" id="{1754AA8F-9DD4-77DA-1BC4-756E34F06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858" y="80501"/>
            <a:ext cx="1651819" cy="61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3735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varshini</dc:creator>
  <cp:lastModifiedBy>k varshini</cp:lastModifiedBy>
  <cp:revision>1</cp:revision>
  <dcterms:created xsi:type="dcterms:W3CDTF">2025-11-06T16:32:21Z</dcterms:created>
  <dcterms:modified xsi:type="dcterms:W3CDTF">2025-11-06T16:52:05Z</dcterms:modified>
</cp:coreProperties>
</file>